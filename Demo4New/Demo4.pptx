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198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591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2654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0394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7407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0074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0001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755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8261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057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2420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6F855-0501-40E9-A19E-8F01E2BDDDC6}" type="datetimeFigureOut">
              <a:rPr lang="fi-FI" smtClean="0"/>
              <a:t>3.10.2018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D8537-8E73-46FD-9585-E8755840C15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9652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TIES4560 Demo 4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Tuukka Jurvakainen</a:t>
            </a:r>
          </a:p>
          <a:p>
            <a:r>
              <a:rPr lang="fi-FI" dirty="0" smtClean="0"/>
              <a:t>Tuomas Moisio</a:t>
            </a:r>
          </a:p>
          <a:p>
            <a:r>
              <a:rPr lang="fi-FI" dirty="0" smtClean="0"/>
              <a:t>Erkka Nurmi</a:t>
            </a:r>
          </a:p>
          <a:p>
            <a:r>
              <a:rPr lang="fi-FI" dirty="0" smtClean="0"/>
              <a:t>Joonas Raja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1602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Implementation</a:t>
            </a:r>
            <a:r>
              <a:rPr lang="fi-FI" dirty="0" smtClean="0"/>
              <a:t> of Basic </a:t>
            </a:r>
            <a:r>
              <a:rPr lang="fi-FI" dirty="0" err="1" smtClean="0"/>
              <a:t>Auth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Java Client for </a:t>
            </a:r>
            <a:r>
              <a:rPr lang="fi-FI" dirty="0" err="1" smtClean="0"/>
              <a:t>adding</a:t>
            </a:r>
            <a:r>
              <a:rPr lang="fi-FI" dirty="0" smtClean="0"/>
              <a:t> </a:t>
            </a:r>
            <a:r>
              <a:rPr lang="fi-FI" dirty="0" err="1" smtClean="0"/>
              <a:t>users</a:t>
            </a:r>
            <a:r>
              <a:rPr lang="fi-FI" dirty="0" smtClean="0"/>
              <a:t> (</a:t>
            </a:r>
            <a:r>
              <a:rPr lang="fi-FI" dirty="0" err="1" smtClean="0"/>
              <a:t>only</a:t>
            </a:r>
            <a:r>
              <a:rPr lang="fi-FI" dirty="0" smtClean="0"/>
              <a:t> </a:t>
            </a:r>
            <a:r>
              <a:rPr lang="fi-FI" dirty="0" err="1" smtClean="0"/>
              <a:t>testing</a:t>
            </a:r>
            <a:r>
              <a:rPr lang="fi-FI" dirty="0" smtClean="0"/>
              <a:t> </a:t>
            </a:r>
            <a:r>
              <a:rPr lang="fi-FI" dirty="0" err="1" smtClean="0"/>
              <a:t>purposes</a:t>
            </a:r>
            <a:r>
              <a:rPr lang="fi-FI" dirty="0" smtClean="0"/>
              <a:t>)</a:t>
            </a:r>
          </a:p>
          <a:p>
            <a:endParaRPr lang="fi-FI" dirty="0"/>
          </a:p>
        </p:txBody>
      </p:sp>
      <p:pic>
        <p:nvPicPr>
          <p:cNvPr id="4" name="Kuv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7" y="2852936"/>
            <a:ext cx="4286849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6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Implementation</a:t>
            </a:r>
            <a:r>
              <a:rPr lang="fi-FI" dirty="0" smtClean="0"/>
              <a:t> of Basic </a:t>
            </a:r>
            <a:r>
              <a:rPr lang="fi-FI" dirty="0" err="1" smtClean="0"/>
              <a:t>Auth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Basic </a:t>
            </a:r>
            <a:r>
              <a:rPr lang="fi-FI" dirty="0" err="1" smtClean="0"/>
              <a:t>authentication</a:t>
            </a:r>
            <a:r>
              <a:rPr lang="fi-FI" dirty="0" smtClean="0"/>
              <a:t> for </a:t>
            </a:r>
            <a:r>
              <a:rPr lang="fi-FI" dirty="0" err="1" smtClean="0"/>
              <a:t>retrieving</a:t>
            </a:r>
            <a:r>
              <a:rPr lang="fi-FI" dirty="0" smtClean="0"/>
              <a:t> </a:t>
            </a:r>
            <a:r>
              <a:rPr lang="fi-FI" dirty="0" err="1" smtClean="0"/>
              <a:t>members</a:t>
            </a:r>
            <a:r>
              <a:rPr lang="fi-FI" dirty="0" smtClean="0"/>
              <a:t>.</a:t>
            </a:r>
          </a:p>
          <a:p>
            <a:r>
              <a:rPr lang="en-US" dirty="0" smtClean="0"/>
              <a:t>Jersey-based application take care of authentication and authorization by implementing own </a:t>
            </a:r>
            <a:r>
              <a:rPr lang="fi-FI" dirty="0" err="1" smtClean="0"/>
              <a:t>SecurityFilter</a:t>
            </a:r>
            <a:r>
              <a:rPr lang="fi-FI" dirty="0" smtClean="0"/>
              <a:t>.</a:t>
            </a:r>
          </a:p>
          <a:p>
            <a:r>
              <a:rPr lang="fi-FI" dirty="0" err="1" smtClean="0"/>
              <a:t>Authorization</a:t>
            </a:r>
            <a:r>
              <a:rPr lang="fi-FI" dirty="0" smtClean="0"/>
              <a:t> is </a:t>
            </a:r>
            <a:r>
              <a:rPr lang="fi-FI" dirty="0" err="1" smtClean="0"/>
              <a:t>organized</a:t>
            </a:r>
            <a:r>
              <a:rPr lang="fi-FI" dirty="0" smtClean="0"/>
              <a:t> via Security </a:t>
            </a:r>
            <a:r>
              <a:rPr lang="fi-FI" dirty="0" err="1" smtClean="0"/>
              <a:t>annotations</a:t>
            </a:r>
            <a:r>
              <a:rPr lang="fi-FI" dirty="0" smtClean="0"/>
              <a:t> (@</a:t>
            </a:r>
            <a:r>
              <a:rPr lang="fi-FI" dirty="0" err="1" smtClean="0"/>
              <a:t>RolesAllowed</a:t>
            </a:r>
            <a:r>
              <a:rPr lang="fi-FI" dirty="0" smtClean="0"/>
              <a:t>,  etc.).</a:t>
            </a:r>
          </a:p>
          <a:p>
            <a:endParaRPr lang="fi-FI" dirty="0" smtClean="0"/>
          </a:p>
          <a:p>
            <a:pPr marL="0" indent="0">
              <a:buNone/>
            </a:pPr>
            <a:endParaRPr lang="fi-FI" dirty="0" smtClean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70332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sällön paikkamerkki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872"/>
            <a:ext cx="9144000" cy="6213344"/>
          </a:xfrm>
        </p:spPr>
      </p:pic>
    </p:spTree>
    <p:extLst>
      <p:ext uri="{BB962C8B-B14F-4D97-AF65-F5344CB8AC3E}">
        <p14:creationId xmlns:p14="http://schemas.microsoft.com/office/powerpoint/2010/main" val="303914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Implementation</a:t>
            </a:r>
            <a:r>
              <a:rPr lang="fi-FI" dirty="0" smtClean="0"/>
              <a:t> of Digest </a:t>
            </a:r>
            <a:r>
              <a:rPr lang="fi-FI" dirty="0" err="1" smtClean="0"/>
              <a:t>Auth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 smtClean="0"/>
              <a:t>Protected</a:t>
            </a:r>
            <a:r>
              <a:rPr lang="fi-FI" dirty="0" smtClean="0"/>
              <a:t> </a:t>
            </a:r>
            <a:r>
              <a:rPr lang="fi-FI" dirty="0" err="1" smtClean="0"/>
              <a:t>resources</a:t>
            </a:r>
            <a:r>
              <a:rPr lang="fi-FI" dirty="0" smtClean="0"/>
              <a:t>, </a:t>
            </a:r>
            <a:r>
              <a:rPr lang="fi-FI" dirty="0" err="1" smtClean="0"/>
              <a:t>roles</a:t>
            </a:r>
            <a:r>
              <a:rPr lang="fi-FI" dirty="0" smtClean="0"/>
              <a:t> and </a:t>
            </a:r>
            <a:r>
              <a:rPr lang="fi-FI" dirty="0" err="1" smtClean="0"/>
              <a:t>access</a:t>
            </a:r>
            <a:r>
              <a:rPr lang="fi-FI" dirty="0" smtClean="0"/>
              <a:t>  </a:t>
            </a:r>
            <a:r>
              <a:rPr lang="fi-FI" dirty="0" err="1" smtClean="0"/>
              <a:t>areas</a:t>
            </a:r>
            <a:r>
              <a:rPr lang="fi-FI" dirty="0" smtClean="0"/>
              <a:t> </a:t>
            </a:r>
            <a:r>
              <a:rPr lang="fi-FI" dirty="0" err="1" smtClean="0"/>
              <a:t>are</a:t>
            </a:r>
            <a:r>
              <a:rPr lang="fi-FI" dirty="0" smtClean="0"/>
              <a:t> </a:t>
            </a:r>
            <a:r>
              <a:rPr lang="fi-FI" dirty="0" err="1" smtClean="0"/>
              <a:t>configured</a:t>
            </a:r>
            <a:r>
              <a:rPr lang="fi-FI" dirty="0" smtClean="0"/>
              <a:t> at </a:t>
            </a:r>
            <a:r>
              <a:rPr lang="fi-FI" dirty="0" err="1" smtClean="0"/>
              <a:t>container</a:t>
            </a:r>
            <a:r>
              <a:rPr lang="fi-FI" dirty="0" smtClean="0"/>
              <a:t> </a:t>
            </a:r>
            <a:r>
              <a:rPr lang="fi-FI" dirty="0" err="1" smtClean="0"/>
              <a:t>level</a:t>
            </a:r>
            <a:r>
              <a:rPr lang="fi-FI" dirty="0" smtClean="0"/>
              <a:t> in </a:t>
            </a:r>
            <a:r>
              <a:rPr lang="fi-FI" dirty="0" err="1" smtClean="0"/>
              <a:t>web.xml</a:t>
            </a:r>
            <a:endParaRPr lang="fi-FI" dirty="0" smtClean="0"/>
          </a:p>
          <a:p>
            <a:endParaRPr lang="fi-FI" dirty="0" smtClean="0"/>
          </a:p>
        </p:txBody>
      </p:sp>
      <p:pic>
        <p:nvPicPr>
          <p:cNvPr id="4" name="Kuva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9" y="2780928"/>
            <a:ext cx="5687929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4525963"/>
          </a:xfrm>
        </p:spPr>
        <p:txBody>
          <a:bodyPr/>
          <a:lstStyle/>
          <a:p>
            <a:r>
              <a:rPr lang="fi-FI" dirty="0" smtClean="0"/>
              <a:t>User data is </a:t>
            </a:r>
            <a:r>
              <a:rPr lang="fi-FI" dirty="0" err="1" smtClean="0"/>
              <a:t>stored</a:t>
            </a:r>
            <a:r>
              <a:rPr lang="fi-FI" dirty="0" smtClean="0"/>
              <a:t> at </a:t>
            </a:r>
            <a:r>
              <a:rPr lang="fi-FI" dirty="0" err="1" smtClean="0"/>
              <a:t>Tomcat-users.xml</a:t>
            </a:r>
            <a:endParaRPr lang="fi-FI" dirty="0" smtClean="0"/>
          </a:p>
          <a:p>
            <a:endParaRPr lang="fi-FI" dirty="0"/>
          </a:p>
        </p:txBody>
      </p:sp>
      <p:pic>
        <p:nvPicPr>
          <p:cNvPr id="5" name="Kuv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836712"/>
            <a:ext cx="7216457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7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sällön paikkamerkki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-97"/>
            <a:ext cx="8604448" cy="6858097"/>
          </a:xfrm>
        </p:spPr>
      </p:pic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539552" y="5445224"/>
            <a:ext cx="8229600" cy="1143000"/>
          </a:xfrm>
        </p:spPr>
        <p:txBody>
          <a:bodyPr/>
          <a:lstStyle/>
          <a:p>
            <a:r>
              <a:rPr lang="fi-FI" dirty="0" err="1" smtClean="0"/>
              <a:t>Authentication</a:t>
            </a:r>
            <a:r>
              <a:rPr lang="fi-FI" dirty="0" smtClean="0"/>
              <a:t> </a:t>
            </a:r>
            <a:r>
              <a:rPr lang="fi-FI" dirty="0" err="1" smtClean="0"/>
              <a:t>flow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765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</Words>
  <Application>Microsoft Office PowerPoint</Application>
  <PresentationFormat>Näytössä katseltava diaesitys (4:3)</PresentationFormat>
  <Paragraphs>16</Paragraphs>
  <Slides>7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8" baseType="lpstr">
      <vt:lpstr>Office-teema</vt:lpstr>
      <vt:lpstr>TIES4560 Demo 4</vt:lpstr>
      <vt:lpstr>Implementation of Basic Auth</vt:lpstr>
      <vt:lpstr>Implementation of Basic Auth</vt:lpstr>
      <vt:lpstr>PowerPoint-esitys</vt:lpstr>
      <vt:lpstr>Implementation of Digest Auth</vt:lpstr>
      <vt:lpstr>PowerPoint-esitys</vt:lpstr>
      <vt:lpstr>Authentication flow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TIES4560 Demo 4</dc:title>
  <dc:creator>Tuomas</dc:creator>
  <cp:lastModifiedBy>Tuomas</cp:lastModifiedBy>
  <cp:revision>5</cp:revision>
  <dcterms:created xsi:type="dcterms:W3CDTF">2018-10-03T14:25:15Z</dcterms:created>
  <dcterms:modified xsi:type="dcterms:W3CDTF">2018-10-03T14:56:45Z</dcterms:modified>
</cp:coreProperties>
</file>