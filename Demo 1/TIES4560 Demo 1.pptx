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94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fi-FI" smtClean="0"/>
              <a:t>Muokkaa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i-FI" smtClean="0"/>
              <a:t>Muokkaa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 smtClean="0"/>
              <a:t>Lisää kuva napsauttamalla kuvaketta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i-FI" smtClean="0"/>
              <a:t>Muokkaa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9B6DDAD3-C647-4F21-8220-74ADCDB2AD05}" type="datetimeFigureOut">
              <a:rPr lang="fi-FI" smtClean="0"/>
              <a:t>12.9.2018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EED90C9-82D6-49AB-AAE1-11CE85E5BC66}" type="slidenum">
              <a:rPr lang="fi-FI" smtClean="0"/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orsprong.org/websamples.countryinfo" TargetMode="External"/><Relationship Id="rId2" Type="http://schemas.openxmlformats.org/officeDocument/2006/relationships/hyperlink" Target="https://ws.cdyne.com/ip2geo/ip2geo.asmx?WSD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bc.com/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TIES4560 Demo 1 </a:t>
            </a:r>
            <a:br>
              <a:rPr lang="fi-FI" dirty="0" smtClean="0"/>
            </a:br>
            <a:r>
              <a:rPr lang="fi-FI" dirty="0" smtClean="0"/>
              <a:t>Tuomas Moisio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0497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</a:t>
            </a:r>
            <a:r>
              <a:rPr lang="fi-FI" dirty="0" err="1" smtClean="0"/>
              <a:t>program’s</a:t>
            </a:r>
            <a:r>
              <a:rPr lang="fi-FI" dirty="0" smtClean="0"/>
              <a:t> main idea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User </a:t>
            </a:r>
            <a:r>
              <a:rPr lang="fi-FI" dirty="0" err="1" smtClean="0"/>
              <a:t>gives</a:t>
            </a:r>
            <a:r>
              <a:rPr lang="fi-FI" dirty="0" smtClean="0"/>
              <a:t> an </a:t>
            </a:r>
            <a:r>
              <a:rPr lang="fi-FI" dirty="0" err="1" smtClean="0"/>
              <a:t>IP-address</a:t>
            </a:r>
            <a:r>
              <a:rPr lang="fi-FI" dirty="0" smtClean="0"/>
              <a:t> to the </a:t>
            </a:r>
            <a:r>
              <a:rPr lang="fi-FI" dirty="0" err="1" smtClean="0"/>
              <a:t>program</a:t>
            </a:r>
            <a:r>
              <a:rPr lang="fi-FI" dirty="0" smtClean="0"/>
              <a:t> and the </a:t>
            </a:r>
            <a:r>
              <a:rPr lang="fi-FI" dirty="0" err="1" smtClean="0"/>
              <a:t>program</a:t>
            </a:r>
            <a:r>
              <a:rPr lang="fi-FI" dirty="0" smtClean="0"/>
              <a:t> </a:t>
            </a:r>
            <a:r>
              <a:rPr lang="fi-FI" dirty="0" err="1" smtClean="0"/>
              <a:t>returns</a:t>
            </a:r>
            <a:r>
              <a:rPr lang="fi-FI" dirty="0" smtClean="0"/>
              <a:t> nation and </a:t>
            </a:r>
            <a:r>
              <a:rPr lang="fi-FI" dirty="0" err="1" smtClean="0"/>
              <a:t>it’s</a:t>
            </a:r>
            <a:r>
              <a:rPr lang="fi-FI" dirty="0" smtClean="0"/>
              <a:t> capital to the </a:t>
            </a:r>
            <a:r>
              <a:rPr lang="fi-FI" dirty="0" err="1" smtClean="0"/>
              <a:t>user</a:t>
            </a:r>
            <a:r>
              <a:rPr lang="fi-FI" dirty="0" smtClean="0"/>
              <a:t>.</a:t>
            </a:r>
          </a:p>
          <a:p>
            <a:r>
              <a:rPr lang="fi-FI" dirty="0" smtClean="0"/>
              <a:t>SOAP Web </a:t>
            </a:r>
            <a:r>
              <a:rPr lang="fi-FI" dirty="0" err="1" smtClean="0"/>
              <a:t>services</a:t>
            </a:r>
            <a:r>
              <a:rPr lang="fi-FI" dirty="0" smtClean="0"/>
              <a:t> </a:t>
            </a:r>
            <a:r>
              <a:rPr lang="fi-FI" dirty="0" err="1" smtClean="0"/>
              <a:t>used</a:t>
            </a:r>
            <a:r>
              <a:rPr lang="fi-FI" dirty="0" smtClean="0"/>
              <a:t>: WS </a:t>
            </a:r>
            <a:r>
              <a:rPr lang="fi-FI" dirty="0" err="1" smtClean="0"/>
              <a:t>Cdyne</a:t>
            </a:r>
            <a:r>
              <a:rPr lang="fi-FI" dirty="0" smtClean="0"/>
              <a:t>: </a:t>
            </a:r>
            <a:r>
              <a:rPr lang="fi-FI" dirty="0" smtClean="0">
                <a:hlinkClick r:id="rId2"/>
              </a:rPr>
              <a:t>https</a:t>
            </a:r>
            <a:r>
              <a:rPr lang="fi-FI" dirty="0">
                <a:hlinkClick r:id="rId2"/>
              </a:rPr>
              <a:t>://</a:t>
            </a:r>
            <a:r>
              <a:rPr lang="fi-FI" dirty="0" smtClean="0">
                <a:hlinkClick r:id="rId2"/>
              </a:rPr>
              <a:t>ws.cdyne.com/ip2geo/ip2geo.asmx?WSDL</a:t>
            </a:r>
            <a:r>
              <a:rPr lang="fi-FI" dirty="0"/>
              <a:t> and </a:t>
            </a:r>
            <a:r>
              <a:rPr lang="fi-FI" dirty="0" err="1" smtClean="0"/>
              <a:t>org.oorsprong.websamples</a:t>
            </a:r>
            <a:r>
              <a:rPr lang="fi-FI" dirty="0" smtClean="0"/>
              <a:t> </a:t>
            </a:r>
            <a:r>
              <a:rPr lang="fi-FI" dirty="0">
                <a:hlinkClick r:id="rId3"/>
              </a:rPr>
              <a:t>http://</a:t>
            </a:r>
            <a:r>
              <a:rPr lang="fi-FI" dirty="0" smtClean="0">
                <a:hlinkClick r:id="rId3"/>
              </a:rPr>
              <a:t>www.oorsprong.org/websamples.countryinfo</a:t>
            </a:r>
            <a:endParaRPr lang="fi-FI" dirty="0" smtClean="0"/>
          </a:p>
          <a:p>
            <a:r>
              <a:rPr lang="fi-FI" dirty="0" smtClean="0"/>
              <a:t>The </a:t>
            </a:r>
            <a:r>
              <a:rPr lang="fi-FI" dirty="0" err="1" smtClean="0"/>
              <a:t>program</a:t>
            </a:r>
            <a:r>
              <a:rPr lang="fi-FI" dirty="0" smtClean="0"/>
              <a:t> </a:t>
            </a:r>
            <a:r>
              <a:rPr lang="fi-FI" dirty="0" err="1" smtClean="0"/>
              <a:t>checks</a:t>
            </a:r>
            <a:r>
              <a:rPr lang="fi-FI" dirty="0" smtClean="0"/>
              <a:t> </a:t>
            </a:r>
            <a:r>
              <a:rPr lang="fi-FI" dirty="0" err="1" smtClean="0"/>
              <a:t>if</a:t>
            </a:r>
            <a:r>
              <a:rPr lang="fi-FI" dirty="0"/>
              <a:t> </a:t>
            </a:r>
            <a:r>
              <a:rPr lang="fi-FI" dirty="0" err="1" smtClean="0"/>
              <a:t>given</a:t>
            </a:r>
            <a:r>
              <a:rPr lang="fi-FI" dirty="0" smtClean="0"/>
              <a:t> </a:t>
            </a:r>
            <a:r>
              <a:rPr lang="fi-FI" dirty="0" err="1" smtClean="0"/>
              <a:t>IP-address</a:t>
            </a:r>
            <a:r>
              <a:rPr lang="fi-FI" dirty="0" smtClean="0"/>
              <a:t> is </a:t>
            </a:r>
            <a:r>
              <a:rPr lang="fi-FI" dirty="0" err="1" smtClean="0"/>
              <a:t>valid</a:t>
            </a:r>
            <a:r>
              <a:rPr lang="fi-FI" dirty="0" smtClean="0"/>
              <a:t> and </a:t>
            </a:r>
            <a:r>
              <a:rPr lang="fi-FI" dirty="0" err="1" smtClean="0"/>
              <a:t>informs</a:t>
            </a:r>
            <a:r>
              <a:rPr lang="fi-FI" dirty="0" smtClean="0"/>
              <a:t> </a:t>
            </a:r>
            <a:r>
              <a:rPr lang="fi-FI" dirty="0" err="1" smtClean="0"/>
              <a:t>user</a:t>
            </a:r>
            <a:r>
              <a:rPr lang="fi-FI" dirty="0" smtClean="0"/>
              <a:t> </a:t>
            </a:r>
            <a:r>
              <a:rPr lang="fi-FI" dirty="0" err="1" smtClean="0"/>
              <a:t>if</a:t>
            </a:r>
            <a:r>
              <a:rPr lang="fi-FI" dirty="0" smtClean="0"/>
              <a:t> </a:t>
            </a:r>
            <a:r>
              <a:rPr lang="fi-FI" dirty="0" err="1" smtClean="0"/>
              <a:t>it</a:t>
            </a:r>
            <a:r>
              <a:rPr lang="fi-FI" dirty="0" smtClean="0"/>
              <a:t> </a:t>
            </a:r>
            <a:r>
              <a:rPr lang="fi-FI" dirty="0" err="1" smtClean="0"/>
              <a:t>can’t</a:t>
            </a:r>
            <a:r>
              <a:rPr lang="fi-FI" dirty="0" smtClean="0"/>
              <a:t> </a:t>
            </a:r>
            <a:r>
              <a:rPr lang="fi-FI" dirty="0" err="1" smtClean="0"/>
              <a:t>match</a:t>
            </a:r>
            <a:r>
              <a:rPr lang="fi-FI" dirty="0" smtClean="0"/>
              <a:t> nation to the IP.</a:t>
            </a:r>
          </a:p>
          <a:p>
            <a:r>
              <a:rPr lang="fi-FI" dirty="0" smtClean="0"/>
              <a:t>The </a:t>
            </a:r>
            <a:r>
              <a:rPr lang="fi-FI" dirty="0" err="1" smtClean="0"/>
              <a:t>program</a:t>
            </a:r>
            <a:r>
              <a:rPr lang="fi-FI" dirty="0" smtClean="0"/>
              <a:t> </a:t>
            </a:r>
            <a:r>
              <a:rPr lang="fi-FI" dirty="0" err="1" smtClean="0"/>
              <a:t>matches</a:t>
            </a:r>
            <a:r>
              <a:rPr lang="fi-FI" dirty="0" smtClean="0"/>
              <a:t> nation to the capital via </a:t>
            </a:r>
            <a:r>
              <a:rPr lang="fi-FI" dirty="0" err="1" smtClean="0"/>
              <a:t>ISO-code</a:t>
            </a:r>
            <a:r>
              <a:rPr lang="fi-FI" dirty="0" smtClean="0"/>
              <a:t>. </a:t>
            </a:r>
            <a:r>
              <a:rPr lang="fi-FI" dirty="0" err="1" smtClean="0"/>
              <a:t>So</a:t>
            </a:r>
            <a:r>
              <a:rPr lang="fi-FI" dirty="0" smtClean="0"/>
              <a:t> </a:t>
            </a:r>
            <a:r>
              <a:rPr lang="fi-FI" dirty="0" err="1" smtClean="0"/>
              <a:t>first</a:t>
            </a:r>
            <a:r>
              <a:rPr lang="fi-FI" dirty="0" smtClean="0"/>
              <a:t> </a:t>
            </a:r>
            <a:r>
              <a:rPr lang="fi-FI" dirty="0" err="1" smtClean="0"/>
              <a:t>it</a:t>
            </a:r>
            <a:r>
              <a:rPr lang="fi-FI" dirty="0" smtClean="0"/>
              <a:t> </a:t>
            </a:r>
            <a:r>
              <a:rPr lang="fi-FI" dirty="0" err="1" smtClean="0"/>
              <a:t>matches</a:t>
            </a:r>
            <a:r>
              <a:rPr lang="fi-FI" dirty="0" smtClean="0"/>
              <a:t> the nation to the </a:t>
            </a:r>
            <a:r>
              <a:rPr lang="fi-FI" dirty="0" err="1" smtClean="0"/>
              <a:t>ISO-code</a:t>
            </a:r>
            <a:r>
              <a:rPr lang="fi-FI" dirty="0" smtClean="0"/>
              <a:t> and </a:t>
            </a:r>
            <a:r>
              <a:rPr lang="fi-FI" dirty="0" err="1" smtClean="0"/>
              <a:t>then</a:t>
            </a:r>
            <a:r>
              <a:rPr lang="fi-FI" dirty="0" smtClean="0"/>
              <a:t> the </a:t>
            </a:r>
            <a:r>
              <a:rPr lang="fi-FI" dirty="0" err="1" smtClean="0"/>
              <a:t>ISO-code</a:t>
            </a:r>
            <a:r>
              <a:rPr lang="fi-FI" dirty="0" smtClean="0"/>
              <a:t> to the capital.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1946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Examples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>
                <a:hlinkClick r:id="rId2"/>
              </a:rPr>
              <a:t>www.google.com</a:t>
            </a:r>
            <a:r>
              <a:rPr lang="fi-FI" dirty="0" smtClean="0"/>
              <a:t> 173.194.221.104 = United </a:t>
            </a:r>
            <a:r>
              <a:rPr lang="fi-FI" dirty="0" err="1" smtClean="0"/>
              <a:t>States</a:t>
            </a:r>
            <a:r>
              <a:rPr lang="fi-FI" dirty="0" smtClean="0"/>
              <a:t>, Washington</a:t>
            </a:r>
          </a:p>
          <a:p>
            <a:r>
              <a:rPr lang="fi-FI" dirty="0" err="1" smtClean="0">
                <a:hlinkClick r:id="rId3"/>
              </a:rPr>
              <a:t>www.bbc.com</a:t>
            </a:r>
            <a:r>
              <a:rPr lang="fi-FI" dirty="0" smtClean="0"/>
              <a:t> 212.58.244.66 = United </a:t>
            </a:r>
            <a:r>
              <a:rPr lang="fi-FI" dirty="0" err="1" smtClean="0"/>
              <a:t>Kindom</a:t>
            </a:r>
            <a:r>
              <a:rPr lang="fi-FI" smtClean="0"/>
              <a:t>, London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4835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sta">
  <a:themeElements>
    <a:clrScheme name="Nasta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Nasta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as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11</TotalTime>
  <Words>104</Words>
  <Application>Microsoft Office PowerPoint</Application>
  <PresentationFormat>Näytössä katseltava diaesitys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4" baseType="lpstr">
      <vt:lpstr>Nasta</vt:lpstr>
      <vt:lpstr>TIES4560 Demo 1  Tuomas Moisio</vt:lpstr>
      <vt:lpstr>The program’s main idea</vt:lpstr>
      <vt:lpstr>Examples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TIES4560 Demo 1  Tuomas Moisio</dc:title>
  <dc:creator>Tuomas</dc:creator>
  <cp:lastModifiedBy>Tuomas</cp:lastModifiedBy>
  <cp:revision>2</cp:revision>
  <dcterms:created xsi:type="dcterms:W3CDTF">2018-09-12T16:13:25Z</dcterms:created>
  <dcterms:modified xsi:type="dcterms:W3CDTF">2018-09-12T16:25:24Z</dcterms:modified>
</cp:coreProperties>
</file>