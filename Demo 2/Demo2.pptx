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8" r:id="rId4"/>
    <p:sldId id="257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BE97A-49BA-46D1-917C-44443B0F94F5}" v="1" dt="2018-09-19T15:36:44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9122" autoAdjust="0"/>
    <p:restoredTop sz="94660"/>
  </p:normalViewPr>
  <p:slideViewPr>
    <p:cSldViewPr snapToGrid="0">
      <p:cViewPr>
        <p:scale>
          <a:sx n="100" d="100"/>
          <a:sy n="100" d="100"/>
        </p:scale>
        <p:origin x="-744" y="-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19.9.2018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2244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19.9.2018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187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19.9.2018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2577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19.9.2018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6837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19.9.2018</a:t>
            </a:fld>
            <a:endParaRPr lang="fi-FI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3436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19.9.2018</a:t>
            </a:fld>
            <a:endParaRPr lang="fi-FI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3876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19.9.2018</a:t>
            </a:fld>
            <a:endParaRPr lang="fi-FI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8361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19.9.2018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2707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19.9.2018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39981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19.9.2018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1203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19.9.2018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06455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ABAE3-D89C-4001-9AEC-5083F82B749C}" type="datetimeFigureOut">
              <a:rPr lang="fi-FI" smtClean="0"/>
              <a:t>19.9.2018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34520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smtClean="0"/>
              <a:t>TIES4560 Demo 2 19.9.2018 </a:t>
            </a:r>
            <a:endParaRPr lang="fi-FI" dirty="0"/>
          </a:p>
        </p:txBody>
      </p:sp>
      <p:sp>
        <p:nvSpPr>
          <p:cNvPr id="4" name="Alaotsikko 3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i-FI" dirty="0" smtClean="0"/>
              <a:t>Tuukka Jurvakainen</a:t>
            </a:r>
          </a:p>
          <a:p>
            <a:r>
              <a:rPr lang="fi-FI" dirty="0" smtClean="0"/>
              <a:t>Tuomas Moisio</a:t>
            </a:r>
          </a:p>
          <a:p>
            <a:r>
              <a:rPr lang="fi-FI" dirty="0" smtClean="0"/>
              <a:t>Erkka Nurmi</a:t>
            </a:r>
          </a:p>
          <a:p>
            <a:r>
              <a:rPr lang="fi-FI" dirty="0" smtClean="0"/>
              <a:t>Joonas Raja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337603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78422"/>
          </a:xfrm>
        </p:spPr>
        <p:txBody>
          <a:bodyPr/>
          <a:lstStyle/>
          <a:p>
            <a:r>
              <a:rPr lang="fi-FI" dirty="0" err="1">
                <a:cs typeface="Calibri Light"/>
              </a:rPr>
              <a:t>Task</a:t>
            </a:r>
            <a:r>
              <a:rPr lang="fi-FI" dirty="0">
                <a:cs typeface="Calibri Light"/>
              </a:rPr>
              <a:t> 2.1</a:t>
            </a:r>
            <a:endParaRPr lang="fi-FI" dirty="0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524000" y="2850476"/>
            <a:ext cx="9144000" cy="16766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i-FI" dirty="0">
                <a:cs typeface="Calibri"/>
              </a:rPr>
              <a:t>A </a:t>
            </a:r>
            <a:r>
              <a:rPr lang="fi-FI" dirty="0" err="1">
                <a:cs typeface="Calibri"/>
              </a:rPr>
              <a:t>simple</a:t>
            </a:r>
            <a:r>
              <a:rPr lang="fi-FI" dirty="0">
                <a:cs typeface="Calibri"/>
              </a:rPr>
              <a:t> </a:t>
            </a:r>
            <a:r>
              <a:rPr lang="fi-FI" dirty="0" err="1">
                <a:cs typeface="Calibri"/>
              </a:rPr>
              <a:t>servlet</a:t>
            </a:r>
            <a:r>
              <a:rPr lang="fi-FI" dirty="0">
                <a:cs typeface="Calibri"/>
              </a:rPr>
              <a:t> </a:t>
            </a:r>
            <a:r>
              <a:rPr lang="fi-FI" dirty="0" err="1">
                <a:cs typeface="Calibri"/>
              </a:rPr>
              <a:t>based</a:t>
            </a:r>
            <a:r>
              <a:rPr lang="fi-FI" dirty="0">
                <a:cs typeface="Calibri"/>
              </a:rPr>
              <a:t> web </a:t>
            </a:r>
            <a:r>
              <a:rPr lang="fi-FI" dirty="0" err="1">
                <a:cs typeface="Calibri"/>
              </a:rPr>
              <a:t>service</a:t>
            </a:r>
            <a:r>
              <a:rPr lang="fi-FI" dirty="0">
                <a:cs typeface="Calibri"/>
              </a:rPr>
              <a:t> </a:t>
            </a:r>
            <a:r>
              <a:rPr lang="fi-FI" dirty="0" err="1">
                <a:cs typeface="Calibri"/>
              </a:rPr>
              <a:t>that</a:t>
            </a:r>
            <a:r>
              <a:rPr lang="fi-FI" dirty="0">
                <a:cs typeface="Calibri"/>
              </a:rPr>
              <a:t> </a:t>
            </a:r>
            <a:r>
              <a:rPr lang="fi-FI" dirty="0" err="1">
                <a:cs typeface="Calibri"/>
              </a:rPr>
              <a:t>uses</a:t>
            </a:r>
            <a:r>
              <a:rPr lang="fi-FI" dirty="0">
                <a:cs typeface="Calibri"/>
              </a:rPr>
              <a:t> IP-</a:t>
            </a:r>
            <a:r>
              <a:rPr lang="fi-FI" dirty="0" err="1">
                <a:cs typeface="Calibri"/>
              </a:rPr>
              <a:t>address</a:t>
            </a:r>
            <a:r>
              <a:rPr lang="fi-FI" dirty="0">
                <a:cs typeface="Calibri"/>
              </a:rPr>
              <a:t> as </a:t>
            </a:r>
            <a:r>
              <a:rPr lang="fi-FI" dirty="0" err="1">
                <a:cs typeface="Calibri"/>
              </a:rPr>
              <a:t>the</a:t>
            </a:r>
            <a:r>
              <a:rPr lang="fi-FI" dirty="0">
                <a:cs typeface="Calibri"/>
              </a:rPr>
              <a:t> </a:t>
            </a:r>
            <a:r>
              <a:rPr lang="fi-FI" dirty="0" err="1">
                <a:cs typeface="Calibri"/>
              </a:rPr>
              <a:t>paramater</a:t>
            </a:r>
            <a:r>
              <a:rPr lang="fi-FI" dirty="0">
                <a:cs typeface="Calibri"/>
              </a:rPr>
              <a:t> to </a:t>
            </a:r>
            <a:r>
              <a:rPr lang="fi-FI" dirty="0" err="1">
                <a:cs typeface="Calibri"/>
              </a:rPr>
              <a:t>return</a:t>
            </a:r>
            <a:r>
              <a:rPr lang="fi-FI" dirty="0">
                <a:cs typeface="Calibri"/>
              </a:rPr>
              <a:t> </a:t>
            </a:r>
            <a:r>
              <a:rPr lang="fi-FI" dirty="0" err="1">
                <a:cs typeface="Calibri"/>
              </a:rPr>
              <a:t>the</a:t>
            </a:r>
            <a:r>
              <a:rPr lang="fi-FI" dirty="0">
                <a:cs typeface="Calibri"/>
              </a:rPr>
              <a:t> country, </a:t>
            </a:r>
            <a:r>
              <a:rPr lang="fi-FI" dirty="0" err="1">
                <a:cs typeface="Calibri"/>
              </a:rPr>
              <a:t>which</a:t>
            </a:r>
            <a:r>
              <a:rPr lang="fi-FI" dirty="0">
                <a:cs typeface="Calibri"/>
              </a:rPr>
              <a:t> </a:t>
            </a:r>
            <a:r>
              <a:rPr lang="fi-FI" dirty="0" err="1">
                <a:cs typeface="Calibri"/>
              </a:rPr>
              <a:t>the</a:t>
            </a:r>
            <a:r>
              <a:rPr lang="fi-FI" dirty="0">
                <a:cs typeface="Calibri"/>
              </a:rPr>
              <a:t> IP-</a:t>
            </a:r>
            <a:r>
              <a:rPr lang="fi-FI" dirty="0" err="1">
                <a:cs typeface="Calibri"/>
              </a:rPr>
              <a:t>address</a:t>
            </a:r>
            <a:r>
              <a:rPr lang="fi-FI" dirty="0">
                <a:cs typeface="Calibri"/>
              </a:rPr>
              <a:t> is </a:t>
            </a:r>
            <a:r>
              <a:rPr lang="fi-FI" dirty="0" err="1">
                <a:cs typeface="Calibri"/>
              </a:rPr>
              <a:t>located</a:t>
            </a:r>
            <a:r>
              <a:rPr lang="fi-FI" dirty="0">
                <a:cs typeface="Calibri"/>
              </a:rPr>
              <a:t> in, and </a:t>
            </a:r>
            <a:r>
              <a:rPr lang="fi-FI" dirty="0" err="1">
                <a:cs typeface="Calibri"/>
              </a:rPr>
              <a:t>the</a:t>
            </a:r>
            <a:r>
              <a:rPr lang="fi-FI" dirty="0">
                <a:cs typeface="Calibri"/>
              </a:rPr>
              <a:t> capital city of </a:t>
            </a:r>
            <a:r>
              <a:rPr lang="fi-FI" dirty="0" err="1">
                <a:cs typeface="Calibri"/>
              </a:rPr>
              <a:t>that</a:t>
            </a:r>
            <a:r>
              <a:rPr lang="fi-FI" dirty="0">
                <a:cs typeface="Calibri"/>
              </a:rPr>
              <a:t> country.</a:t>
            </a:r>
          </a:p>
          <a:p>
            <a:endParaRPr lang="fi-FI" dirty="0">
              <a:cs typeface="Calibri"/>
            </a:endParaRPr>
          </a:p>
          <a:p>
            <a:endParaRPr lang="fi-FI" dirty="0">
              <a:cs typeface="Calibri"/>
            </a:endParaRPr>
          </a:p>
          <a:p>
            <a:endParaRPr lang="fi-FI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2385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4B8B09-EA96-4FB4-B232-E15E3CE32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Implementation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199052-3CD9-48E5-97DD-B2D05BB8A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The SOAP:s used were</a:t>
            </a:r>
            <a:br>
              <a:rPr lang="en-US" dirty="0">
                <a:cs typeface="Calibri"/>
              </a:rPr>
            </a:br>
            <a:r>
              <a:rPr lang="en-US" dirty="0">
                <a:cs typeface="Calibri"/>
              </a:rPr>
              <a:t>- IP2Geo (gets the IP and returns the country)</a:t>
            </a:r>
            <a:br>
              <a:rPr lang="en-US" dirty="0">
                <a:cs typeface="Calibri"/>
              </a:rPr>
            </a:br>
            <a:r>
              <a:rPr lang="en-US" dirty="0">
                <a:cs typeface="Calibri"/>
              </a:rPr>
              <a:t>- </a:t>
            </a:r>
            <a:r>
              <a:rPr lang="en-US" dirty="0" err="1">
                <a:cs typeface="Calibri"/>
              </a:rPr>
              <a:t>CountryInfo</a:t>
            </a:r>
            <a:r>
              <a:rPr lang="en-US" dirty="0">
                <a:cs typeface="Calibri"/>
              </a:rPr>
              <a:t> (shows information of the country based on the IP)</a:t>
            </a:r>
          </a:p>
          <a:p>
            <a:r>
              <a:rPr lang="en-US" dirty="0">
                <a:cs typeface="Calibri"/>
              </a:rPr>
              <a:t>Jetty was used to set up the API</a:t>
            </a:r>
          </a:p>
          <a:p>
            <a:r>
              <a:rPr lang="en-US" dirty="0">
                <a:cs typeface="Calibri"/>
              </a:rPr>
              <a:t>The servlet handles the request and calls the SOAP WS Client</a:t>
            </a:r>
          </a:p>
          <a:p>
            <a:r>
              <a:rPr lang="en-US" dirty="0">
                <a:cs typeface="Calibri"/>
              </a:rPr>
              <a:t>The SOAP WS Client is using the IP2Geo and </a:t>
            </a:r>
            <a:r>
              <a:rPr lang="en-US" dirty="0" err="1">
                <a:cs typeface="Calibri"/>
              </a:rPr>
              <a:t>CountryInfo</a:t>
            </a:r>
            <a:r>
              <a:rPr lang="en-US" dirty="0">
                <a:cs typeface="Calibri"/>
              </a:rPr>
              <a:t> SOAPs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308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D58C00-FC58-4544-9BF3-54197E77B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 Light"/>
              </a:rPr>
              <a:t>PostMan</a:t>
            </a:r>
            <a:r>
              <a:rPr lang="en-US" dirty="0">
                <a:cs typeface="Calibri Light"/>
              </a:rPr>
              <a:t> was used to set up the API Client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0230CD55-7FBB-4B8D-9200-7F5E2A3DF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7582" y="1387215"/>
            <a:ext cx="10219384" cy="514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3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i-FI" sz="6000" dirty="0" err="1" smtClean="0"/>
              <a:t>Task</a:t>
            </a:r>
            <a:r>
              <a:rPr lang="fi-FI" sz="6000" dirty="0" smtClean="0"/>
              <a:t> 2.2	</a:t>
            </a:r>
            <a:endParaRPr lang="fi-FI" sz="6000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 smtClean="0"/>
              <a:t>Dropbox</a:t>
            </a:r>
            <a:r>
              <a:rPr lang="fi-FI" dirty="0" smtClean="0"/>
              <a:t> </a:t>
            </a:r>
            <a:r>
              <a:rPr lang="fi-FI" dirty="0" err="1" smtClean="0"/>
              <a:t>web</a:t>
            </a:r>
            <a:r>
              <a:rPr lang="fi-FI" dirty="0" smtClean="0"/>
              <a:t> </a:t>
            </a:r>
            <a:r>
              <a:rPr lang="fi-FI" dirty="0" err="1" smtClean="0"/>
              <a:t>client</a:t>
            </a:r>
            <a:endParaRPr lang="fi-FI" dirty="0"/>
          </a:p>
          <a:p>
            <a:r>
              <a:rPr lang="fi-FI" dirty="0" smtClean="0"/>
              <a:t>C</a:t>
            </a:r>
            <a:r>
              <a:rPr lang="en-US" dirty="0" err="1" smtClean="0"/>
              <a:t>onnect</a:t>
            </a:r>
            <a:r>
              <a:rPr lang="en-US" dirty="0" smtClean="0"/>
              <a:t> </a:t>
            </a:r>
            <a:r>
              <a:rPr lang="en-US" dirty="0"/>
              <a:t>to your app in Dropbox via user </a:t>
            </a:r>
            <a:r>
              <a:rPr lang="en-US" dirty="0" smtClean="0"/>
              <a:t>authentication.</a:t>
            </a:r>
          </a:p>
          <a:p>
            <a:r>
              <a:rPr lang="fi-FI" dirty="0" err="1" smtClean="0"/>
              <a:t>Get</a:t>
            </a:r>
            <a:r>
              <a:rPr lang="fi-FI" dirty="0" smtClean="0"/>
              <a:t> </a:t>
            </a:r>
            <a:r>
              <a:rPr lang="en-US" dirty="0" smtClean="0"/>
              <a:t>information </a:t>
            </a:r>
            <a:r>
              <a:rPr lang="en-US" dirty="0"/>
              <a:t>about the user’s account </a:t>
            </a:r>
            <a:endParaRPr lang="en-US" dirty="0" smtClean="0"/>
          </a:p>
          <a:p>
            <a:r>
              <a:rPr lang="en-US" dirty="0" smtClean="0"/>
              <a:t>Upload a file to </a:t>
            </a:r>
            <a:r>
              <a:rPr lang="en-US" dirty="0"/>
              <a:t>the folder of your Dropbox </a:t>
            </a:r>
            <a:r>
              <a:rPr lang="en-US" dirty="0" smtClean="0"/>
              <a:t>app</a:t>
            </a:r>
          </a:p>
          <a:p>
            <a:r>
              <a:rPr lang="en-US" dirty="0" smtClean="0"/>
              <a:t>Get space usage information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887396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Implementation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Java </a:t>
            </a:r>
            <a:r>
              <a:rPr lang="fi-FI" dirty="0" err="1" smtClean="0"/>
              <a:t>Dynamic</a:t>
            </a:r>
            <a:r>
              <a:rPr lang="fi-FI" dirty="0" smtClean="0"/>
              <a:t> Web </a:t>
            </a:r>
            <a:r>
              <a:rPr lang="fi-FI" dirty="0" err="1" smtClean="0"/>
              <a:t>project</a:t>
            </a:r>
            <a:r>
              <a:rPr lang="fi-FI" dirty="0" smtClean="0"/>
              <a:t> </a:t>
            </a:r>
            <a:r>
              <a:rPr lang="fi-FI" dirty="0" err="1" smtClean="0"/>
              <a:t>using</a:t>
            </a:r>
            <a:r>
              <a:rPr lang="fi-FI" dirty="0" smtClean="0"/>
              <a:t> </a:t>
            </a:r>
            <a:r>
              <a:rPr lang="fi-FI" dirty="0" err="1" smtClean="0"/>
              <a:t>Servlets</a:t>
            </a:r>
            <a:endParaRPr lang="fi-FI" dirty="0" smtClean="0"/>
          </a:p>
          <a:p>
            <a:r>
              <a:rPr lang="fi-FI" dirty="0" err="1" smtClean="0"/>
              <a:t>Token</a:t>
            </a:r>
            <a:r>
              <a:rPr lang="fi-FI" dirty="0" smtClean="0"/>
              <a:t> to </a:t>
            </a:r>
            <a:r>
              <a:rPr lang="fi-FI" dirty="0" err="1" smtClean="0"/>
              <a:t>authentication</a:t>
            </a:r>
            <a:endParaRPr lang="fi-FI" dirty="0"/>
          </a:p>
          <a:p>
            <a:r>
              <a:rPr lang="fi-FI" dirty="0" err="1" smtClean="0"/>
              <a:t>RESTful</a:t>
            </a:r>
            <a:r>
              <a:rPr lang="fi-FI" dirty="0" smtClean="0"/>
              <a:t> </a:t>
            </a:r>
            <a:r>
              <a:rPr lang="fi-FI" dirty="0" err="1" smtClean="0"/>
              <a:t>architectural</a:t>
            </a:r>
            <a:r>
              <a:rPr lang="fi-FI" dirty="0" smtClean="0"/>
              <a:t> </a:t>
            </a:r>
            <a:r>
              <a:rPr lang="fi-FI" dirty="0" err="1" smtClean="0"/>
              <a:t>style</a:t>
            </a:r>
            <a:endParaRPr lang="fi-FI" dirty="0" smtClean="0"/>
          </a:p>
          <a:p>
            <a:r>
              <a:rPr lang="fi-FI" dirty="0" err="1" smtClean="0"/>
              <a:t>Uses</a:t>
            </a:r>
            <a:r>
              <a:rPr lang="fi-FI" dirty="0" smtClean="0"/>
              <a:t> POST and GET </a:t>
            </a:r>
            <a:r>
              <a:rPr lang="fi-FI" dirty="0" err="1" smtClean="0"/>
              <a:t>calls</a:t>
            </a:r>
            <a:r>
              <a:rPr lang="fi-FI" dirty="0" smtClean="0"/>
              <a:t> to </a:t>
            </a:r>
            <a:r>
              <a:rPr lang="fi-FI" dirty="0" err="1" smtClean="0"/>
              <a:t>communicate</a:t>
            </a:r>
            <a:r>
              <a:rPr lang="fi-FI" dirty="0" smtClean="0"/>
              <a:t> with </a:t>
            </a:r>
            <a:r>
              <a:rPr lang="fi-FI" dirty="0" err="1" smtClean="0"/>
              <a:t>Dropbox</a:t>
            </a:r>
            <a:endParaRPr lang="fi-FI" dirty="0" smtClean="0"/>
          </a:p>
          <a:p>
            <a:r>
              <a:rPr lang="fi-FI" dirty="0" err="1" smtClean="0"/>
              <a:t>Uses</a:t>
            </a:r>
            <a:r>
              <a:rPr lang="fi-FI" dirty="0" smtClean="0"/>
              <a:t> </a:t>
            </a:r>
            <a:r>
              <a:rPr lang="fi-FI" dirty="0" err="1" smtClean="0"/>
              <a:t>external</a:t>
            </a:r>
            <a:r>
              <a:rPr lang="fi-FI" dirty="0" smtClean="0"/>
              <a:t> </a:t>
            </a:r>
            <a:r>
              <a:rPr lang="fi-FI" dirty="0" err="1" smtClean="0"/>
              <a:t>library</a:t>
            </a:r>
            <a:r>
              <a:rPr lang="fi-FI" dirty="0" smtClean="0"/>
              <a:t> to </a:t>
            </a:r>
            <a:r>
              <a:rPr lang="fi-FI" dirty="0" err="1" smtClean="0"/>
              <a:t>parse</a:t>
            </a:r>
            <a:r>
              <a:rPr lang="fi-FI" dirty="0" smtClean="0"/>
              <a:t> JSON data.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924447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uomas\Desktop\Random\clie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97888"/>
            <a:ext cx="11220450" cy="5831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335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126</Words>
  <Application>Microsoft Office PowerPoint</Application>
  <PresentationFormat>Mukautettu</PresentationFormat>
  <Paragraphs>26</Paragraphs>
  <Slides>7</Slides>
  <Notes>0</Notes>
  <HiddenSlides>0</HiddenSlides>
  <MMClips>0</MMClips>
  <ScaleCrop>false</ScaleCrop>
  <HeadingPairs>
    <vt:vector size="4" baseType="variant">
      <vt:variant>
        <vt:lpstr>Teema</vt:lpstr>
      </vt:variant>
      <vt:variant>
        <vt:i4>1</vt:i4>
      </vt:variant>
      <vt:variant>
        <vt:lpstr>Dian otsikot</vt:lpstr>
      </vt:variant>
      <vt:variant>
        <vt:i4>7</vt:i4>
      </vt:variant>
    </vt:vector>
  </HeadingPairs>
  <TitlesOfParts>
    <vt:vector size="8" baseType="lpstr">
      <vt:lpstr>Office-teema</vt:lpstr>
      <vt:lpstr>TIES4560 Demo 2 19.9.2018 </vt:lpstr>
      <vt:lpstr>Task 2.1</vt:lpstr>
      <vt:lpstr>Implementation</vt:lpstr>
      <vt:lpstr>PostMan was used to set up the API Client</vt:lpstr>
      <vt:lpstr>Task 2.2 </vt:lpstr>
      <vt:lpstr>Implementation</vt:lpstr>
      <vt:lpstr>PowerPoint-esitys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Tuomas</cp:lastModifiedBy>
  <cp:revision>149</cp:revision>
  <dcterms:created xsi:type="dcterms:W3CDTF">2012-08-08T08:08:12Z</dcterms:created>
  <dcterms:modified xsi:type="dcterms:W3CDTF">2018-09-19T18:13:30Z</dcterms:modified>
</cp:coreProperties>
</file>